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15"/>
    <p:restoredTop sz="97638"/>
  </p:normalViewPr>
  <p:slideViewPr>
    <p:cSldViewPr snapToGrid="0">
      <p:cViewPr>
        <p:scale>
          <a:sx n="190" d="100"/>
          <a:sy n="190" d="100"/>
        </p:scale>
        <p:origin x="13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01C8E-3DD8-FC43-B2FE-7B22AA8902AD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BB58-0C4B-A342-913E-1EA4A9A7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3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6BB58-0C4B-A342-913E-1EA4A9A77D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72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6BB58-0C4B-A342-913E-1EA4A9A77D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0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EE40-4A41-2057-A170-FCCE08416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114DA-A2F4-AFBC-BD0A-B8CFD57B5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5AFCE-2012-899C-7B4D-EB4B6482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E0653-6C64-D309-07D3-214F41B0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9F4E1-3FDE-484D-0D0A-BB2B4011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152E0-48E6-AD65-D738-2475BDE8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DE06-288C-13C4-06A2-B16FF3086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11EDE-506D-EA89-56DA-054A1E77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E35D-4471-49EF-78B8-D860023A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5610D-A803-E2C7-9176-9EC9CEE5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337F-97DA-F447-669B-62F1DEC81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5A9B-6E6D-6E15-A735-AE1069E40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45889-C081-50F0-488C-71A3786D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34BE-72F9-6A2E-3298-5DEAE6FF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00D77-CB74-7B34-E2A7-23A2F33B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9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B17F-9445-301B-0F36-9E034426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EC1A-2327-B844-4733-02BB75641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9A598-B394-A2EB-3D60-49191DBC1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9A7BF-D743-9D59-D90F-F4A37D6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9696-339A-4F07-C116-CFE6BFAC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921CB-A43D-15E0-91C3-ACCA2F3A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3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463F-9DF2-1B83-5532-63288EEE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B07AF-F50A-6B4F-4EAB-9D0553469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98AED-9366-D9B3-56B3-DC4EAEE03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F458D-1373-2EA4-BDFA-1B2028613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7D0FA-DF32-D0BA-D160-8C6C75B7C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C2CAE-F4B2-61E8-950D-123AD3300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5DAFB-5636-2E4C-B07A-8C4AFA71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75C82-8FAD-58A4-02B4-16F500A7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3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A44A-7BC5-A374-C889-E8D9B195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EF269-3C92-BC2A-B8EA-A18D3114D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B604F-2921-34CB-E1B4-21850DFB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CA7E-DE2F-388D-0AFD-C2C6DFE8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6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1C6C2-3592-81AE-71CA-F1D3D53A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80FB1-B7A0-7ABA-8349-91BA9A40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D40E0-C19B-4FE3-E04E-7D2DD038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1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1FD3-36E2-8A09-9F77-3B11182A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D9397-3C7C-4D82-7FBE-442A9FA0F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DE11F-6CBD-6DB6-0D78-F9D577BF7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F162F-48ED-7004-C918-1AA14BF1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800B4-A7F0-ED2F-08C7-8ED76F6A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701E0-2823-69EB-96E3-527EA8F5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7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AB0B-3C10-9D49-09B4-897AB7E5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55A43-BC37-C3A1-5F4B-B78329A26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EF6ED-6847-54D3-5148-39E1C56DA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9182B-CE13-4CAB-FFDF-76AC56EB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4E5E1-6BEA-E5FC-1EE8-862FF613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D9B43-5FBC-00EA-D2DA-196B04488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CB38-3393-80C0-384A-AE92DFB1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45A99-BE9C-C5AF-DF13-53F56298A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E3511-CA8E-2111-3A6E-187FA191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FD9CA-51C3-C08D-DC52-2FDA9041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F4320-5901-C3EF-9892-2AC2CFB2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8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6D0D1-99BB-431A-03F7-DB1EC1E67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5261-2E23-6E87-290B-1144A7F71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853D5-4FB9-62ED-17AA-4F63853A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996C-68FA-E932-B864-094742A1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7A468-F76F-3EB4-B1E8-C1D18937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6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954D7-2394-D817-5492-835DC631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27D70-F3AB-DD50-C5DF-3923DF7B6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0C4C3-2330-C814-5DEF-FA81D87B1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9E157-DA5F-1B4E-AA9D-C0047D048E5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2A50F-6BC9-2D3C-D62A-1A187478A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B0009-FD5D-3C47-50A5-1E09BA7C2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E7456-FBDA-2A4D-A401-55EAFED98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8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A183-FA47-938C-E192-7FEC79CC3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574" y="1439841"/>
            <a:ext cx="1052885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study:</a:t>
            </a:r>
            <a:br>
              <a:rPr lang="en-US" dirty="0"/>
            </a:br>
            <a:r>
              <a:rPr lang="en-US" dirty="0"/>
              <a:t>Estimate non-linear term means from</a:t>
            </a:r>
            <a:br>
              <a:rPr lang="en-US" dirty="0"/>
            </a:br>
            <a:r>
              <a:rPr lang="en-US" b="1" dirty="0"/>
              <a:t>quantile vs histogram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B54DD-652B-D156-6F51-E3D829376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0464"/>
            <a:ext cx="9144000" cy="8673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Juan Li</a:t>
            </a:r>
          </a:p>
          <a:p>
            <a:r>
              <a:rPr lang="en-US" dirty="0"/>
              <a:t>2026-07-30</a:t>
            </a:r>
          </a:p>
        </p:txBody>
      </p:sp>
    </p:spTree>
    <p:extLst>
      <p:ext uri="{BB962C8B-B14F-4D97-AF65-F5344CB8AC3E}">
        <p14:creationId xmlns:p14="http://schemas.microsoft.com/office/powerpoint/2010/main" val="242176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4DD5C-7455-D7B0-36E1-F6ED63DB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8C9F3-1A95-3715-7123-3440DDB9F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3" y="2796988"/>
            <a:ext cx="6142937" cy="39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C6312F-FC8D-0866-2E40-5EBDE8BCB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056" y="2796988"/>
            <a:ext cx="6142937" cy="39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B81335-3836-B856-E7A9-480DB19E9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83" y="902612"/>
            <a:ext cx="2792244" cy="18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913C46-ADD6-CE53-5D84-DF636F19C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280" y="902612"/>
            <a:ext cx="2792244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027B1-E76C-293C-3A5A-F48CAFB15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0727" y="902612"/>
            <a:ext cx="2792244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057DA-BBD5-ADB6-8ACB-8E33A013B8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3225" y="902612"/>
            <a:ext cx="2792244" cy="18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05EAC9-74B3-5A34-16E4-7F8DCF14671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Uniform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699F3-7D55-FDEE-7EF8-BF414BD539C5}"/>
              </a:ext>
            </a:extLst>
          </p:cNvPr>
          <p:cNvSpPr txBox="1"/>
          <p:nvPr/>
        </p:nvSpPr>
        <p:spPr>
          <a:xfrm>
            <a:off x="1795183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Quantile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E89F6-3C17-18AB-0F99-09C6C6E93522}"/>
              </a:ext>
            </a:extLst>
          </p:cNvPr>
          <p:cNvSpPr txBox="1"/>
          <p:nvPr/>
        </p:nvSpPr>
        <p:spPr>
          <a:xfrm>
            <a:off x="7791589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80590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D1B09-FBEB-0CBD-8FDA-67011205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0EA03-0D8A-5F69-0CB4-626E6B17C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2" y="2781675"/>
            <a:ext cx="6142936" cy="39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C5B66C-FF80-7173-A5FA-D0727AA2E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682" y="2781675"/>
            <a:ext cx="6142936" cy="396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71A04E-1D36-E4DE-7D8F-65AB772BACA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Normal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FE1B8D-4606-AF63-8EEA-775DF67B2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26" y="930140"/>
            <a:ext cx="2792244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E3617-5E3A-27BE-4C5F-BC48106E8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294" y="930140"/>
            <a:ext cx="2792244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80CAD-A55B-9815-9F74-DE39EE97F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6438" y="930140"/>
            <a:ext cx="2792244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FD8AC8-3233-B934-59FA-F884ABDDB6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3085" y="930140"/>
            <a:ext cx="2792244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80B8B8-A7D5-1989-1FEE-AA1DDEB58B9A}"/>
              </a:ext>
            </a:extLst>
          </p:cNvPr>
          <p:cNvSpPr txBox="1"/>
          <p:nvPr/>
        </p:nvSpPr>
        <p:spPr>
          <a:xfrm>
            <a:off x="1795183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Quantile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DEE43-0C5E-06BD-16A3-0247B878A749}"/>
              </a:ext>
            </a:extLst>
          </p:cNvPr>
          <p:cNvSpPr txBox="1"/>
          <p:nvPr/>
        </p:nvSpPr>
        <p:spPr>
          <a:xfrm>
            <a:off x="7791589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142268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9ECDC-A403-5BF4-5746-284055B6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7BDC31-4DE1-C19F-343F-C8DAD79D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99" y="2788397"/>
            <a:ext cx="6142936" cy="39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BBEC25-5A54-B54A-F2F7-14CCA2B06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565" y="2788397"/>
            <a:ext cx="6142936" cy="39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A0D814-9267-1B08-A782-D7E71D0990D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Skewed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2E800-59E6-704E-180F-25B4BEBCF067}"/>
              </a:ext>
            </a:extLst>
          </p:cNvPr>
          <p:cNvSpPr txBox="1"/>
          <p:nvPr/>
        </p:nvSpPr>
        <p:spPr>
          <a:xfrm>
            <a:off x="1795183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Quantile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036C25-D3FE-9219-D66B-03388D4095DC}"/>
              </a:ext>
            </a:extLst>
          </p:cNvPr>
          <p:cNvSpPr txBox="1"/>
          <p:nvPr/>
        </p:nvSpPr>
        <p:spPr>
          <a:xfrm>
            <a:off x="7791589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C9F9B8-5797-88EF-742D-02FE3BDC9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4" y="898316"/>
            <a:ext cx="2792244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F24C03-5E86-C5FE-0EFF-84C17C1A2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768" y="898316"/>
            <a:ext cx="2792244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CCD65-F534-8BF1-2810-4E4B110A9D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321" y="898316"/>
            <a:ext cx="2792244" cy="18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E07C9A-F16D-AD59-FB08-091DF89078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7033" y="898316"/>
            <a:ext cx="279224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7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CA8-8CF2-68FA-7887-343A2F85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771A69-60B4-3225-4CC6-519A9B4AB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05" y="2781672"/>
            <a:ext cx="6142936" cy="39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B2949B-74D7-3FE2-C8DF-9551A4815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459" y="2781672"/>
            <a:ext cx="6142936" cy="39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3E1F1A-8702-03BC-DAC6-11AA3B8ECAF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Double-peak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DAB4B-4837-3125-BFAF-FB30127E4BBE}"/>
              </a:ext>
            </a:extLst>
          </p:cNvPr>
          <p:cNvSpPr txBox="1"/>
          <p:nvPr/>
        </p:nvSpPr>
        <p:spPr>
          <a:xfrm>
            <a:off x="1795183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Quantile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0AE52-5E92-E8E9-05A8-9E81E7E11AB9}"/>
              </a:ext>
            </a:extLst>
          </p:cNvPr>
          <p:cNvSpPr txBox="1"/>
          <p:nvPr/>
        </p:nvSpPr>
        <p:spPr>
          <a:xfrm>
            <a:off x="7791589" y="438904"/>
            <a:ext cx="21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94D49-B591-C6E4-DBF5-3CF64EA56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4" y="894954"/>
            <a:ext cx="2792244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3A42FE-2E80-5505-6E11-A4F58EF74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850" y="894954"/>
            <a:ext cx="2792244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A257AD-86F9-C954-BB51-007D81AAB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4362" y="894954"/>
            <a:ext cx="2792244" cy="18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1BB417-390B-565D-2A8D-88C9616B6E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5338" y="894954"/>
            <a:ext cx="279224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4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34</Words>
  <Application>Microsoft Macintosh PowerPoint</Application>
  <PresentationFormat>Widescreen</PresentationFormat>
  <Paragraphs>17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Simulation study: Estimate non-linear term means from quantile vs histogram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Li</dc:creator>
  <cp:lastModifiedBy>Juan Li</cp:lastModifiedBy>
  <cp:revision>23</cp:revision>
  <dcterms:created xsi:type="dcterms:W3CDTF">2026-07-30T17:16:45Z</dcterms:created>
  <dcterms:modified xsi:type="dcterms:W3CDTF">2026-07-30T18:00:40Z</dcterms:modified>
</cp:coreProperties>
</file>